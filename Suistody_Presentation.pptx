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D4FF"/>
                </a:solidFill>
                <a:latin typeface="Segoe UI"/>
              </a:defRPr>
            </a:pPr>
            <a:r>
              <a:t>SUISTODY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1D5DB"/>
                </a:solidFill>
                <a:latin typeface="Segoe UI"/>
              </a:defRPr>
            </a:pPr>
            <a:r>
              <a:t>"Don't give your AI agent the keys. Give it a budget."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Policy-Based AI Agent Custody on Sui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5029200"/>
            <a:ext cx="4572000" cy="64008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5074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Sui Vibe Hackathon 2026  |  Cetus + Stablelayer + Sui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github.com/ARZER-TW/agent-vault  |  agent-vault-dusky.vercel.app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1D5DB"/>
                </a:solidFill>
                <a:latin typeface="Segoe UI"/>
              </a:defRPr>
            </a:pPr>
            <a:r>
              <a:t>AI Agents increasingly need to transact autonomously --</a:t>
            </a:r>
            <a:br/>
            <a:r>
              <a:t>calling APIs, purchasing cloud resources, executing DeFi trades.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3200400" cy="22860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Full Key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Segoe UI"/>
              </a:defRPr>
            </a:pPr>
            <a:r>
              <a:t>Give agents private keys</a:t>
            </a:r>
            <a:br/>
            <a:r>
              <a:t>= catastrophic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200400"/>
            <a:ext cx="3200400" cy="22860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383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Human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02336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Segoe UI"/>
              </a:defRPr>
            </a:pPr>
            <a:r>
              <a:t>Require approval every TX</a:t>
            </a:r>
            <a:br/>
            <a:r>
              <a:t>= defeats autonomy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200400"/>
            <a:ext cx="3200400" cy="22860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383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CA3AF"/>
                </a:solidFill>
                <a:latin typeface="Segoe UI"/>
              </a:defRPr>
            </a:pPr>
            <a:r>
              <a:t>EVM Approve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02336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Segoe UI"/>
              </a:defRPr>
            </a:pPr>
            <a:r>
              <a:t>Only amount cap, no action /</a:t>
            </a:r>
            <a:br/>
            <a:r>
              <a:t>cooldown / expiry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1D5DB"/>
                </a:solidFill>
                <a:latin typeface="Segoe UI"/>
              </a:defRPr>
            </a:pPr>
            <a:r>
              <a:t>Create a Vault with multi-dimensional policy. Give your agent a budget, not your keys.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2011680" cy="164592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Max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1D5DB"/>
                </a:solidFill>
                <a:latin typeface="Segoe UI"/>
              </a:defRPr>
            </a:pPr>
            <a:r>
              <a:t>Total spending cap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017520"/>
            <a:ext cx="2011680" cy="164592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Max Per 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7490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1D5DB"/>
                </a:solidFill>
                <a:latin typeface="Segoe UI"/>
              </a:defRPr>
            </a:pPr>
            <a:r>
              <a:t>Per-transaction limit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017520"/>
            <a:ext cx="2011680" cy="164592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Allowed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7490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1D5DB"/>
                </a:solidFill>
                <a:latin typeface="Segoe UI"/>
              </a:defRPr>
            </a:pPr>
            <a:r>
              <a:t>Whitelist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017520"/>
            <a:ext cx="2011680" cy="164592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Cooldown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37490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1D5DB"/>
                </a:solidFill>
                <a:latin typeface="Segoe UI"/>
              </a:defRPr>
            </a:pPr>
            <a:r>
              <a:t>Min time between TXs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3017520"/>
            <a:ext cx="2011680" cy="164592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  <a:latin typeface="Segoe UI"/>
              </a:defRPr>
            </a:pPr>
            <a:r>
              <a:t>Expiration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7490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1D5DB"/>
                </a:solidFill>
                <a:latin typeface="Segoe UI"/>
              </a:defRPr>
            </a:pPr>
            <a:r>
              <a:t>Auto-revoke deadline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Segoe UI"/>
              </a:defRPr>
            </a:pPr>
            <a:r>
              <a:t>AgentCap = transferable NFT permission token</a:t>
            </a:r>
            <a:br/>
            <a:r>
              <a:t>Every withdrawal validated against ALL 5 dimensions atomically on-chain</a:t>
            </a:r>
            <a:br/>
            <a:r>
              <a:t>Owner can revoke AgentCap instantly at any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743200" cy="36576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1828800" cy="190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Next.js 14 + React 18</a:t>
            </a:r>
            <a:br/>
            <a:r>
              <a:t>Vault Noir Design System</a:t>
            </a:r>
            <a:br/>
            <a:r>
              <a:t>zkLogin (Google OAuth)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011680"/>
            <a:ext cx="2743200" cy="36576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855F7"/>
                </a:solidFill>
                <a:latin typeface="Segoe UI"/>
              </a:defRPr>
            </a:pPr>
            <a:r>
              <a:t>AI Agent Runtime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743200"/>
            <a:ext cx="1828800" cy="190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9260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Multi-LLM (GPT-4o / Gemini / Claude)</a:t>
            </a:r>
            <a:br/>
            <a:r>
              <a:t>Zod Intent Parser</a:t>
            </a:r>
            <a:br/>
            <a:r>
              <a:t>7-Step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011680"/>
            <a:ext cx="2743200" cy="36576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Policy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743200"/>
            <a:ext cx="18288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9260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Off-Chain Pre-check (6 rules)</a:t>
            </a:r>
            <a:br/>
            <a:r>
              <a:t>On-Chain Enforcement (9 checks)</a:t>
            </a:r>
            <a:br/>
            <a:r>
              <a:t>Dual-Layer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011680"/>
            <a:ext cx="2743200" cy="36576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Segoe UI"/>
              </a:defRPr>
            </a:pPr>
            <a:r>
              <a:t>Sui Blockchain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743200"/>
            <a:ext cx="182880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29260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Move Smart Contract</a:t>
            </a:r>
            <a:br/>
            <a:r>
              <a:t>Cetus Aggregator SDK</a:t>
            </a:r>
            <a:br/>
            <a:r>
              <a:t>Stablelayer SDK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AI AGENT 7-STEP PIPELINE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286000"/>
            <a:ext cx="731520" cy="7315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060A13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91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Fetch</a:t>
            </a:r>
            <a:br/>
            <a:r>
              <a:t>Market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508760" y="2468880"/>
            <a:ext cx="365760" cy="36576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31720" y="2286000"/>
            <a:ext cx="731520" cy="7315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060A13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291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Query</a:t>
            </a:r>
            <a:br/>
            <a:r>
              <a:t>LLM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2468880"/>
            <a:ext cx="365760" cy="36576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77640" y="2286000"/>
            <a:ext cx="731520" cy="7315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060A13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91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Parse</a:t>
            </a:r>
            <a:br/>
            <a:r>
              <a:t>Intent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00600" y="2468880"/>
            <a:ext cx="365760" cy="36576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23560" y="228600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060A13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291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Policy</a:t>
            </a:r>
            <a:br/>
            <a:r>
              <a:t>Pre-Check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46520" y="2468880"/>
            <a:ext cx="365760" cy="36576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9480" y="228600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060A13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91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Build</a:t>
            </a:r>
            <a:br/>
            <a:r>
              <a:t>PTB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092440" y="2468880"/>
            <a:ext cx="365760" cy="36576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15400" y="2286000"/>
            <a:ext cx="731520" cy="7315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060A13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91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Sponsored</a:t>
            </a:r>
            <a:br/>
            <a:r>
              <a:t>Execution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38360" y="2468880"/>
            <a:ext cx="365760" cy="36576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61320" y="2286000"/>
            <a:ext cx="731520" cy="73152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060A13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2918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Log</a:t>
            </a:r>
            <a:br/>
            <a: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  <a:latin typeface="Segoe UI"/>
              </a:defRPr>
            </a:pPr>
            <a:r>
              <a:t>Natural Language Strategy: Tell AI how to trade in plain English</a:t>
            </a:r>
            <a:br/>
            <a:r>
              <a:t>4 Presets: Conservative DCA | Take Profit | Aggressive Trading | Minimal Risk</a:t>
            </a:r>
            <a:br/>
            <a:r>
              <a:t>Auto-Run Mode: 30s / 45s / 60s / 120s intervals with live activity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DUAL-LAYER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1D5DB"/>
                </a:solidFill>
                <a:latin typeface="Segoe UI"/>
              </a:defRPr>
            </a:pPr>
            <a:r>
              <a:t>Policy enforced TWICE -- off-chain (save gas) + on-chain (guarantee correctness)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5303520" cy="384048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OFF-CHAIN PRE-CHECK (policy-checker.ts)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onsolas"/>
              </a:defRPr>
            </a:pPr>
            <a:r>
              <a:t>1. Zero Amount?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2. Expired?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3. Cooldown Active?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4. Exceeds Per-TX Limit?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5. Exceeds Total Budget?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6. Action Whitelisted?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7. Sufficient Balance?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377440"/>
            <a:ext cx="5303520" cy="384048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ON-CHAIN ENFORCEMENT (agent_vault.move)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1089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onsolas"/>
              </a:defRPr>
            </a:pPr>
            <a:r>
              <a:t>1. assert amount &gt; 0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D1D5DB"/>
                </a:solidFill>
                <a:latin typeface="Consolas"/>
              </a:defRPr>
            </a:pPr>
            <a:r>
              <a:t>2. assert cap.vault_id == vault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D1D5DB"/>
                </a:solidFill>
                <a:latin typeface="Consolas"/>
              </a:defRPr>
            </a:pPr>
            <a:r>
              <a:t>3. assert cap in authorized_caps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D1D5DB"/>
                </a:solidFill>
                <a:latin typeface="Consolas"/>
              </a:defRPr>
            </a:pPr>
            <a:r>
              <a:t>4. assert now &lt; expires_at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D1D5DB"/>
                </a:solidFill>
                <a:latin typeface="Consolas"/>
              </a:defRPr>
            </a:pPr>
            <a:r>
              <a:t>5. assert cooldown elapsed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D1D5DB"/>
                </a:solidFill>
                <a:latin typeface="Consolas"/>
              </a:defRPr>
            </a:pPr>
            <a:r>
              <a:t>6. assert amount &lt;= max_per_tx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D1D5DB"/>
                </a:solidFill>
                <a:latin typeface="Consolas"/>
              </a:defRPr>
            </a:pPr>
            <a:r>
              <a:t>7. assert amount &lt;= budget - spent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D1D5DB"/>
                </a:solidFill>
                <a:latin typeface="Consolas"/>
              </a:defRPr>
            </a:pPr>
            <a:r>
              <a:t>8. assert action in allowed_actions</a:t>
            </a:r>
          </a:p>
          <a:p>
            <a:pPr algn="l">
              <a:spcBef>
                <a:spcPts val="300"/>
              </a:spcBef>
              <a:defRPr sz="1500" b="0">
                <a:solidFill>
                  <a:srgbClr val="D1D5DB"/>
                </a:solidFill>
                <a:latin typeface="Consolas"/>
              </a:defRPr>
            </a:pPr>
            <a:r>
              <a:t>9. assert balance &gt;= amount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WHY SUI? (Can't Be Built on EVM)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920240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Object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Segoe UI"/>
              </a:defRPr>
            </a:pPr>
            <a:r>
              <a:t>AgentCap = 5D policy object</a:t>
            </a:r>
            <a:br/>
            <a:r>
              <a:t>vs EVM approve() = amount only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8036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Segoe UI"/>
              </a:defRPr>
            </a:pPr>
            <a:r>
              <a:t>PTB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889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Segoe UI"/>
              </a:defRPr>
            </a:pPr>
            <a:r>
              <a:t>withdraw + swap + transfer</a:t>
            </a:r>
            <a:br/>
            <a:r>
              <a:t>in ONE atomic TX, ONE gas fee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0479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  <a:latin typeface="Segoe UI"/>
              </a:defRPr>
            </a:pPr>
            <a:r>
              <a:t>zkLogin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49039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Segoe UI"/>
              </a:defRPr>
            </a:pPr>
            <a:r>
              <a:t>Google login = Sui address</a:t>
            </a:r>
            <a:br/>
            <a:r>
              <a:t>No MetaMask, no seed phrase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80060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Sponsored TX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7091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Segoe UI"/>
              </a:defRPr>
            </a:pPr>
            <a:r>
              <a:t>Zero gas for users AND agents</a:t>
            </a:r>
            <a:br/>
            <a:r>
              <a:t>Native protocol support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76072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Move Type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6692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Segoe UI"/>
              </a:defRPr>
            </a:pPr>
            <a:r>
              <a:t>AgentCap can't be copied</a:t>
            </a:r>
            <a:br/>
            <a:r>
              <a:t>Compiler-enforced, not runtime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CETUS &amp; STABLELAYER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303520" cy="41148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Segoe UI"/>
              </a:defRPr>
            </a:pPr>
            <a:r>
              <a:t>Cetus Aggregator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onsolas"/>
              </a:defRPr>
            </a:pPr>
            <a:r>
              <a:t>@cetusprotocol/aggregator-sdk v1.4.4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Cross 25+ DEX route aggregation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findRouters() for optimal swap path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routerSwap() for on-chain execution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1% default slippage tolerance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Auto-fallback to simple withdraw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41148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Stablelayer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onsolas"/>
              </a:defRPr>
            </a:pPr>
            <a:r>
              <a:t>stable-layer-sdk v2.0.0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By Bucket Protocol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buildMintTx: Mint LakeUSDC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buildBurnTx: Burn LakeUSDC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buildClaimTx: Claim rewards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D1D5DB"/>
                </a:solidFill>
                <a:latin typeface="Consolas"/>
              </a:defRPr>
            </a:pPr>
            <a:r>
              <a:t>Mainnet-only (code ready)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BEYOND DeFi -- THE BIGGER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1D5DB"/>
                </a:solidFill>
                <a:latin typeface="Segoe UI"/>
              </a:defRPr>
            </a:pPr>
            <a:r>
              <a:t>Suistody is not a DeFi tool. It's a universal permission layer for autonomous AI agents.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47120" cy="82296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"Any AI agent that needs to spend money autonomously, but shouldn't have unlimited access."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3474720" cy="13716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49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AI Autonomous Payments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Segoe UI"/>
              </a:defRPr>
            </a:pPr>
            <a:r>
              <a:t>Agents buy API credits,</a:t>
            </a:r>
            <a:br/>
            <a:r>
              <a:t>cloud resources, subscriptions</a:t>
            </a:r>
            <a:br/>
            <a:r>
              <a:t>with daily/monthly caps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657600"/>
            <a:ext cx="3474720" cy="13716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749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DAO Treasury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114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Segoe UI"/>
              </a:defRPr>
            </a:pPr>
            <a:r>
              <a:t>AI manages DAO funds,</a:t>
            </a:r>
            <a:br/>
            <a:r>
              <a:t>executes approved proposals</a:t>
            </a:r>
            <a:br/>
            <a:r>
              <a:t>within voted budgets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657600"/>
            <a:ext cx="3474720" cy="13716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749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Segoe UI"/>
              </a:defRPr>
            </a:pPr>
            <a:r>
              <a:t>Gaming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114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Segoe UI"/>
              </a:defRPr>
            </a:pPr>
            <a:r>
              <a:t>AI controls in-game assets,</a:t>
            </a:r>
            <a:br/>
            <a:r>
              <a:t>buys/sells with spending</a:t>
            </a:r>
            <a:br/>
            <a:r>
              <a:t>limits per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12080"/>
            <a:ext cx="3474720" cy="13716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NFT Trading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Segoe UI"/>
              </a:defRPr>
            </a:pPr>
            <a:r>
              <a:t>AI auto-trades NFTs</a:t>
            </a:r>
            <a:br/>
            <a:r>
              <a:t>by strategy, constrained by</a:t>
            </a:r>
            <a:br/>
            <a:r>
              <a:t>per-TX and total budget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5212080"/>
            <a:ext cx="3474720" cy="13716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5303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1D5DB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669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Segoe UI"/>
              </a:defRPr>
            </a:pPr>
            <a:r>
              <a:t>AI pays for decentralized</a:t>
            </a:r>
            <a:br/>
            <a:r>
              <a:t>compute, storage, bandwidth</a:t>
            </a:r>
            <a:br/>
            <a:r>
              <a:t>with cooldown controls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5212080"/>
            <a:ext cx="3474720" cy="13716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5303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Segoe UI"/>
              </a:defRPr>
            </a:pPr>
            <a:r>
              <a:t>Social &amp; Tipping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669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Segoe UI"/>
              </a:defRPr>
            </a:pPr>
            <a:r>
              <a:t>AI rewards creators,</a:t>
            </a:r>
            <a:br/>
            <a:r>
              <a:t>tips content, donates --</a:t>
            </a:r>
            <a:br/>
            <a:r>
              <a:t>all within daily caps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GUARDRAIL STRESS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1D5DB"/>
                </a:solidFill>
                <a:latin typeface="Segoe UI"/>
              </a:defRPr>
            </a:pPr>
            <a:r>
              <a:t>5 adversarial scenarios -- ALL must be BLOCKED for a correctly configured vault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606040"/>
            <a:ext cx="1371600" cy="457200"/>
          </a:xfrm>
          <a:prstGeom prst="roundRect">
            <a:avLst/>
          </a:prstGeom>
          <a:solidFill>
            <a:srgbClr val="301010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Consolas"/>
              </a:defRPr>
            </a:pPr>
            <a:r>
              <a:t>BLOCKED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1. Budget Overflow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Exceed remaining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37560"/>
            <a:ext cx="10058400" cy="73152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3474720"/>
            <a:ext cx="1371600" cy="457200"/>
          </a:xfrm>
          <a:prstGeom prst="roundRect">
            <a:avLst/>
          </a:prstGeom>
          <a:solidFill>
            <a:srgbClr val="301010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Consolas"/>
              </a:defRPr>
            </a:pPr>
            <a:r>
              <a:t>BLOCKED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29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2. Per-TX Breach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Exceed per-transaction 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10058400" cy="73152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88720" y="4343400"/>
            <a:ext cx="1371600" cy="457200"/>
          </a:xfrm>
          <a:prstGeom prst="roundRect">
            <a:avLst/>
          </a:prstGeom>
          <a:solidFill>
            <a:srgbClr val="301010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343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Consolas"/>
              </a:defRPr>
            </a:pPr>
            <a:r>
              <a:t>BLOCKED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297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3. Cooldown Bypass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Trade during cooldown period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74920"/>
            <a:ext cx="10058400" cy="73152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88720" y="5212080"/>
            <a:ext cx="1371600" cy="457200"/>
          </a:xfrm>
          <a:prstGeom prst="roundRect">
            <a:avLst/>
          </a:prstGeom>
          <a:solidFill>
            <a:srgbClr val="301010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212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Consolas"/>
              </a:defRPr>
            </a:pPr>
            <a:r>
              <a:t>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166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4. Unauthorized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212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Use non-authorized AgentCap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943600"/>
            <a:ext cx="10058400" cy="73152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88720" y="6080760"/>
            <a:ext cx="1371600" cy="457200"/>
          </a:xfrm>
          <a:prstGeom prst="roundRect">
            <a:avLst/>
          </a:prstGeom>
          <a:solidFill>
            <a:srgbClr val="301010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6080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Consolas"/>
              </a:defRPr>
            </a:pPr>
            <a:r>
              <a:t>BLOCKED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035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5. Expired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080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Trade after policy expiry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828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Segoe UI"/>
              </a:defRPr>
            </a:pPr>
            <a:r>
              <a:t>Next.js 14 + TypeScript + Tailwind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9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35915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Segoe UI"/>
              </a:defRPr>
            </a:pPr>
            <a:r>
              <a:t>Zustand 5 + React Query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950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Sui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88950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Segoe UI"/>
              </a:defRPr>
            </a:pPr>
            <a:r>
              <a:t>@mysten/sui v1.44.0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98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DeFi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41985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Segoe UI"/>
              </a:defRPr>
            </a:pPr>
            <a:r>
              <a:t>Cetus Aggregator v1.4.4 + Stablelayer v2.0.0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502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9502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Segoe UI"/>
              </a:defRPr>
            </a:pPr>
            <a:r>
              <a:t>GPT-4o | Gemini 2.0 Flash | Claude Sonnet (auto-detect)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Segoe UI"/>
              </a:defRPr>
            </a:pPr>
            <a:r>
              <a:t>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480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Segoe UI"/>
              </a:defRPr>
            </a:pPr>
            <a:r>
              <a:t>zkLogin (Google OAuth + Enoki ZK Prover)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Contracts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01091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Segoe UI"/>
              </a:defRPr>
            </a:pPr>
            <a:r>
              <a:t>Sui Move (edition 2024.beta)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412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D5DB"/>
                </a:solidFill>
                <a:latin typeface="Segoe UI"/>
              </a:defRPr>
            </a:pPr>
            <a: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54126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Segoe UI"/>
              </a:defRPr>
            </a:pPr>
            <a:r>
              <a:t>Zod v3.24 (all LLM responses validated)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0716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D5DB"/>
                </a:solidFill>
                <a:latin typeface="Segoe UI"/>
              </a:defRPr>
            </a:pPr>
            <a:r>
              <a:t>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07161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Segoe UI"/>
              </a:defRPr>
            </a:pPr>
            <a:r>
              <a:t>Vitest (78 tests) + sui move test (15 tests)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TEST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377440" cy="22860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Segoe UI"/>
              </a:defRPr>
            </a:pPr>
            <a:r>
              <a:t>78/78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1D5DB"/>
                </a:solidFill>
                <a:latin typeface="Segoe UI"/>
              </a:defRPr>
            </a:pPr>
            <a:r>
              <a:t>TypeScript</a:t>
            </a:r>
            <a:br/>
            <a:r>
              <a:t>Unit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286000"/>
            <a:ext cx="2377440" cy="22860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  <a:latin typeface="Segoe UI"/>
              </a:defRPr>
            </a:pPr>
            <a:r>
              <a:t>15/15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566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1D5DB"/>
                </a:solidFill>
                <a:latin typeface="Segoe UI"/>
              </a:defRPr>
            </a:pPr>
            <a:r>
              <a:t>Move Contract</a:t>
            </a:r>
            <a:br/>
            <a:r>
              <a:t>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2377440" cy="22860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  <a:latin typeface="Segoe UI"/>
              </a:defRPr>
            </a:pPr>
            <a:r>
              <a:t>5/5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1D5DB"/>
                </a:solidFill>
                <a:latin typeface="Segoe UI"/>
              </a:defRPr>
            </a:pPr>
            <a:r>
              <a:t>Guardrail</a:t>
            </a:r>
            <a:br/>
            <a:r>
              <a:t>Stress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286000"/>
            <a:ext cx="2377440" cy="22860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93/93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566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1D5DB"/>
                </a:solidFill>
                <a:latin typeface="Segoe UI"/>
              </a:defRPr>
            </a:pPr>
            <a:r>
              <a:t>Total Tests</a:t>
            </a:r>
            <a:br/>
            <a:r>
              <a:t>All Passing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Test Coverage: intent-parser (20) + policy-checker (14) + ptb-builder (13) + ptb-agent (6) + service (14) + constants (11) + Move contract (15)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AI TOOL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1D5DB"/>
                </a:solidFill>
                <a:latin typeface="Segoe UI"/>
              </a:defRPr>
            </a:pPr>
            <a:r>
              <a:t>As required by hackathon rules, full transparency on AI tools used: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743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Segoe UI"/>
              </a:defRPr>
            </a:pPr>
            <a:r>
              <a:t>Claude Code (CLI)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520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Segoe UI"/>
              </a:defRPr>
            </a:pPr>
            <a:r>
              <a:t>Claude Opus 4.6 (claude-opus-4-6)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2976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Segoe UI"/>
              </a:defRPr>
            </a:pPr>
            <a:r>
              <a:t>Architecture design, code generation,</a:t>
            </a:r>
            <a:br/>
            <a:r>
              <a:t>debugging, test writing,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Key Prompts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0749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Segoe UI"/>
              </a:defRPr>
            </a:pPr>
            <a:r>
              <a:t>Implementation planning, TDD workflow,</a:t>
            </a:r>
            <a:br/>
            <a:r>
              <a:t>Move contract design, SDK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852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2C55E"/>
                </a:solidFill>
                <a:latin typeface="Segoe UI"/>
              </a:defRPr>
            </a:pPr>
            <a:r>
              <a:t>All code reviewed and tested by developer.</a:t>
            </a:r>
            <a:br/>
            <a:r>
              <a:t>93 tests passing. Full open source.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4FF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agent-vault-dusky.vercel.app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474720"/>
            <a:ext cx="6675120" cy="2286000"/>
          </a:xfrm>
          <a:prstGeom prst="roundRect">
            <a:avLst/>
          </a:prstGeom>
          <a:solidFill>
            <a:srgbClr val="0A0E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365760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1D5DB"/>
                </a:solidFill>
                <a:latin typeface="Segoe UI"/>
              </a:defRPr>
            </a:pPr>
            <a:r>
              <a:t>1. Sign in with Google (zkLogin)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D1D5DB"/>
                </a:solidFill>
                <a:latin typeface="Segoe UI"/>
              </a:defRPr>
            </a:pPr>
            <a:r>
              <a:t>2. Create a Vault with policy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D1D5DB"/>
                </a:solidFill>
                <a:latin typeface="Segoe UI"/>
              </a:defRPr>
            </a:pPr>
            <a:r>
              <a:t>3. Run Agent cycle (AI or Demo mode)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D1D5DB"/>
                </a:solidFill>
                <a:latin typeface="Segoe UI"/>
              </a:defRPr>
            </a:pPr>
            <a:r>
              <a:t>4. Run Guardrail Stress Test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D1D5DB"/>
                </a:solidFill>
                <a:latin typeface="Segoe UI"/>
              </a:defRPr>
            </a:pPr>
            <a:r>
              <a:t>5. View On-Chain Audit Trail on SuiScan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GitHub: github.com/ARZER-TW/agent-vault    |    Sui Vibe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